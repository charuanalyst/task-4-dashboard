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18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90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26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0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836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79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54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14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777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233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5929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839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546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817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66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71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34ADA-82F5-4E54-8DFD-2BB962AE625E}" type="datetimeFigureOut">
              <a:rPr lang="en-IN" smtClean="0"/>
              <a:t>14-04-2026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DCB83-7E35-4DF9-A2DF-EFEC131BFF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287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A29D4-052D-F32A-BA2E-21ABE055F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06013"/>
            <a:ext cx="9882090" cy="227015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25B21-2327-26EA-0332-FCB5493C4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90363" y="6172200"/>
            <a:ext cx="3300846" cy="841664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 By </a:t>
            </a:r>
            <a:r>
              <a:rPr lang="en-US" dirty="0"/>
              <a:t>Charu Sharma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04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8FCF-7AAB-C2A0-FFDA-EA29F040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96636-6749-4422-FCC7-E74602E9C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368" y="2636391"/>
            <a:ext cx="10353762" cy="3695136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an interactive dashboard for business stakeholders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sales and profit performance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present insights using data visualization techniques </a:t>
            </a:r>
          </a:p>
        </p:txBody>
      </p:sp>
    </p:spTree>
    <p:extLst>
      <p:ext uri="{BB962C8B-B14F-4D97-AF65-F5344CB8AC3E}">
        <p14:creationId xmlns:p14="http://schemas.microsoft.com/office/powerpoint/2010/main" val="83578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938A-4CDE-6109-8FDC-5D84C8F2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-269657"/>
            <a:ext cx="9404723" cy="1400530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FE3C7E-2067-43CF-B688-72C8EE372A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01" y="823634"/>
            <a:ext cx="6300378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 created using Power BI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complete view of sales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multiple visuals for better understanding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7DE5B-7BEF-09DA-DBF4-75A83C16F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4" t="20531" r="2500" b="5424"/>
          <a:stretch>
            <a:fillRect/>
          </a:stretch>
        </p:blipFill>
        <p:spPr>
          <a:xfrm>
            <a:off x="3401445" y="2280721"/>
            <a:ext cx="8553079" cy="431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10C0-CD5E-E28D-00E2-DCDFDBD1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9B230E-E2D1-14FA-433D-718C404E00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444" y="1964380"/>
            <a:ext cx="623061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Cards (Total Sales, Total Profit)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Analysis (Monthly Sales &amp; Profit Trend)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Category and Sub-Category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Ship Mode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Visualization (State-wise Sales)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Slicers for interactivity (Region, Category, Year)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9115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41F1-1EE0-F004-DF07-A11B3F27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E94C3B-0A2B-1F43-E627-AED8815821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244647"/>
            <a:ext cx="9674542" cy="2975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an overall increasing trend over time 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category contributes highest sales 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Class is the most used shipping mode 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regions/states generate higher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60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4ACFB-B579-FC79-84DC-609E24122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406577"/>
            <a:ext cx="9404723" cy="1400530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5A01C9E-93C0-D66D-5FB5-27083EC760A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2167" y="2089638"/>
            <a:ext cx="1074766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provides clear and meaningful business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in data-driven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Slicers improve user interaction and filtering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enhanced further with forecasting in future </a:t>
            </a:r>
          </a:p>
        </p:txBody>
      </p:sp>
    </p:spTree>
    <p:extLst>
      <p:ext uri="{BB962C8B-B14F-4D97-AF65-F5344CB8AC3E}">
        <p14:creationId xmlns:p14="http://schemas.microsoft.com/office/powerpoint/2010/main" val="25399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B11F-3871-DD1C-8058-F6D49D96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347" y="2396226"/>
            <a:ext cx="9404723" cy="1400530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231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Override1.xml><?xml version="1.0" encoding="utf-8"?>
<a:themeOverride xmlns:a="http://schemas.openxmlformats.org/drawingml/2006/main">
  <a:clrScheme name="Damask">
    <a:dk1>
      <a:sysClr val="windowText" lastClr="000000"/>
    </a:dk1>
    <a:lt1>
      <a:sysClr val="window" lastClr="FFFFFF"/>
    </a:lt1>
    <a:dk2>
      <a:srgbClr val="2A5B7F"/>
    </a:dk2>
    <a:lt2>
      <a:srgbClr val="ABDAFC"/>
    </a:lt2>
    <a:accent1>
      <a:srgbClr val="9EC544"/>
    </a:accent1>
    <a:accent2>
      <a:srgbClr val="50BEA3"/>
    </a:accent2>
    <a:accent3>
      <a:srgbClr val="4A9CCC"/>
    </a:accent3>
    <a:accent4>
      <a:srgbClr val="9A66CA"/>
    </a:accent4>
    <a:accent5>
      <a:srgbClr val="C54F71"/>
    </a:accent5>
    <a:accent6>
      <a:srgbClr val="DE9C3C"/>
    </a:accent6>
    <a:hlink>
      <a:srgbClr val="6BA9DA"/>
    </a:hlink>
    <a:folHlink>
      <a:srgbClr val="A0BCD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159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Rockwell</vt:lpstr>
      <vt:lpstr>Damask</vt:lpstr>
      <vt:lpstr>Sales Performance Dashboard</vt:lpstr>
      <vt:lpstr>Objective</vt:lpstr>
      <vt:lpstr>Dashboard Overview</vt:lpstr>
      <vt:lpstr>Dashboard Features</vt:lpstr>
      <vt:lpstr>Key Insights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charu sharma</dc:creator>
  <cp:lastModifiedBy>charu sharma</cp:lastModifiedBy>
  <cp:revision>1</cp:revision>
  <dcterms:created xsi:type="dcterms:W3CDTF">2026-04-14T15:49:12Z</dcterms:created>
  <dcterms:modified xsi:type="dcterms:W3CDTF">2026-04-14T16:06:16Z</dcterms:modified>
</cp:coreProperties>
</file>